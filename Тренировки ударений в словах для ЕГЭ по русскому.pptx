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61" d="100"/>
          <a:sy n="161" d="100"/>
        </p:scale>
        <p:origin x="150" y="14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Титульный слайд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52858" y="6453386"/>
            <a:ext cx="1607944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584054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 bwMode="auto"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 fill="norm" stroke="1" extrusionOk="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 fill="norm" stroke="1" extrusionOk="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 fill="norm" stroke="1" extrusionOk="0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371600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371600" y="3305206"/>
            <a:ext cx="4443984" cy="256219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525014" y="3305206"/>
            <a:ext cx="4443984" cy="256219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 bwMode="auto"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2999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 bwMode="auto"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 bwMode="auto"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2999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 bwMode="auto"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371600" y="2295525"/>
            <a:ext cx="9601200" cy="357187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596561" y="624156"/>
            <a:ext cx="1565766" cy="5243244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371600" y="624156"/>
            <a:ext cx="8179641" cy="5243244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F1F6029-708F-489E-9478-A42CC07052C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EAB9D12-1BE1-4822-949F-4C3CA540674F}" type="slidenum">
              <a:rPr lang="ru-RU"/>
              <a:t/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 bwMode="auto"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89000"/>
        </a:lnSpc>
        <a:spcBef>
          <a:spcPts val="0"/>
        </a:spcBef>
        <a:buNone/>
        <a:defRPr sz="44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>
        <a:lnSpc>
          <a:spcPct val="94000"/>
        </a:lnSpc>
        <a:spcBef>
          <a:spcPts val="1000"/>
        </a:spcBef>
        <a:spcAft>
          <a:spcPts val="200"/>
        </a:spcAft>
        <a:buFont typeface="Franklin Gothic Book"/>
        <a:buChar char="■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2000" i="1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8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800" i="1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6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600" i="1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400" i="1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561751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>
                <a:solidFill>
                  <a:srgbClr val="000000"/>
                </a:solidFill>
                <a:latin typeface="Arial"/>
                <a:cs typeface="Arial"/>
              </a:rPr>
              <a:t>Тренировки ударений в словах для ЕГЭ по русскому языку </a:t>
            </a:r>
            <a:br>
              <a:rPr lang="ru-RU" sz="8800">
                <a:latin typeface="Arial"/>
                <a:cs typeface="Arial"/>
              </a:rPr>
            </a:br>
            <a:endParaRPr lang="ru-RU" sz="8800">
              <a:latin typeface="Arial"/>
              <a:cs typeface="Arial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4160178"/>
            <a:ext cx="9144000" cy="1655762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>
                    <a:lumMod val="75000"/>
                  </a:schemeClr>
                </a:solidFill>
              </a:rPr>
              <a:t>Спелов Дмитрий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Актуальность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371600" y="2286000"/>
            <a:ext cx="9601200" cy="1585356"/>
          </a:xfrm>
        </p:spPr>
        <p:txBody>
          <a:bodyPr/>
          <a:lstStyle/>
          <a:p>
            <a:pPr>
              <a:defRPr/>
            </a:pPr>
            <a:r>
              <a:rPr lang="ru-RU"/>
              <a:t>• Ударения являются частой причиной ошибок на ЕГЭ.</a:t>
            </a:r>
            <a:endParaRPr/>
          </a:p>
          <a:p>
            <a:pPr>
              <a:defRPr/>
            </a:pPr>
            <a:r>
              <a:rPr lang="ru-RU"/>
              <a:t>• Механическая зубрёжка малоэффективна.</a:t>
            </a:r>
            <a:endParaRPr/>
          </a:p>
          <a:p>
            <a:pPr>
              <a:defRPr/>
            </a:pPr>
            <a:r>
              <a:rPr lang="ru-RU"/>
              <a:t>• Тренажёр позволяет закрепить правильные ударения через практику.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>
        <p:split orient="vert" dir="in"/>
      </p:transition>
    </mc:Choice>
    <mc:Fallback>
      <p:transition spd="slow" advClick="1">
        <p:split orient="vert" dir="in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Цель проекта и задачи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371600" y="1947553"/>
            <a:ext cx="10820400" cy="70658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2800" b="1"/>
              <a:t>Цель: </a:t>
            </a:r>
            <a:r>
              <a:rPr lang="ru-RU" sz="2400"/>
              <a:t>Создать приложение-тренажёр для запоминания правильных ударений</a:t>
            </a:r>
            <a:endParaRPr lang="ru-RU"/>
          </a:p>
        </p:txBody>
      </p:sp>
      <p:sp>
        <p:nvSpPr>
          <p:cNvPr id="10" name="Объект 2"/>
          <p:cNvSpPr txBox="1"/>
          <p:nvPr/>
        </p:nvSpPr>
        <p:spPr bwMode="auto">
          <a:xfrm>
            <a:off x="1371600" y="3142507"/>
            <a:ext cx="9601200" cy="18941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84048" indent="-384048" algn="l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/>
              <a:buChar char="■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2000" i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800" i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600" i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400" i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400"/>
              <a:t>Реализовать режим обучения.</a:t>
            </a:r>
            <a:endParaRPr/>
          </a:p>
          <a:p>
            <a:pPr>
              <a:defRPr/>
            </a:pPr>
            <a:r>
              <a:rPr lang="ru-RU" sz="2400"/>
              <a:t>Реализовать режим тестирования.</a:t>
            </a:r>
            <a:endParaRPr/>
          </a:p>
          <a:p>
            <a:pPr>
              <a:defRPr/>
            </a:pPr>
            <a:r>
              <a:rPr lang="ru-RU" sz="2400"/>
              <a:t>Хранить и учитывать статистику.</a:t>
            </a:r>
            <a:endParaRPr/>
          </a:p>
          <a:p>
            <a:pPr>
              <a:defRPr/>
            </a:pPr>
            <a:r>
              <a:rPr lang="ru-RU" sz="2400"/>
              <a:t>Позволить пользователю добавлять собственные слова.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>
        <p:cover dir="r"/>
      </p:transition>
    </mc:Choice>
    <mc:Fallback>
      <p:transition spd="slow" advClick="1">
        <p:cover dir="r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Интерфейс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371599" y="2286000"/>
            <a:ext cx="10468099" cy="35814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Тренажёр имеет простой и удобный интерфейс, подходящий для регулярного использования.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35336" y="3429000"/>
            <a:ext cx="4549039" cy="277798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053942" y="3429000"/>
            <a:ext cx="3651663" cy="27779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>
        <p14:warp dir="in"/>
      </p:transition>
    </mc:Choice>
    <mc:Fallback>
      <p:transition spd="slow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800" b="1"/>
              <a:t>Режим обучения позволяет закреплять правильное ударение, режим тестирования — проверять прогресс.</a:t>
            </a:r>
            <a:br>
              <a:rPr lang="ru-RU" sz="2800" b="1"/>
            </a:br>
            <a:endParaRPr lang="ru-RU" sz="2800" b="1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81493" y="2126176"/>
            <a:ext cx="3472798" cy="162642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137709" y="2126176"/>
            <a:ext cx="3472798" cy="163221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304247" y="4006252"/>
            <a:ext cx="3583505" cy="26205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>
        <p:push dir="r"/>
      </p:transition>
    </mc:Choice>
    <mc:Fallback>
      <p:transition spd="slow" advClick="1">
        <p:push dir="r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Вывод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371600" y="1892630"/>
            <a:ext cx="10468099" cy="36957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2800" b="1"/>
              <a:t>Разработанное приложение помогает улучшить знание ударений и подготовиться к ЕГЭ по русскому языку.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1">
        <p:split orient="vert" dir="in"/>
      </p:transition>
    </mc:Choice>
    <mc:Fallback>
      <p:transition spd="slow" advClick="1">
        <p:split orient="vert"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342904" y="2925783"/>
            <a:ext cx="5506192" cy="100643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Спасибо за внимание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/>
        <a:ea typeface="Arial"/>
        <a:cs typeface="Arial"/>
      </a:majorFont>
      <a:minorFont>
        <a:latin typeface="Franklin Gothic Book"/>
        <a:ea typeface="Arial"/>
        <a:cs typeface="Arial"/>
      </a:minorFont>
    </a:fontScheme>
    <a:fmtScheme name="Уголки">
      <a:fillStyleLst>
        <a:solidFill>
          <a:schemeClr val="phClr"/>
        </a:solidFill>
        <a:gradFill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0</TotalTime>
  <Words>0</Words>
  <Application>R7-Office/2024.1.1.375</Application>
  <DocSecurity>0</DocSecurity>
  <PresentationFormat>Широкоэкранный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Тренировки ударений в словах для ЕГЭ по русскому языку</dc:title>
  <dc:subject/>
  <dc:creator>Дмитрий Спелов</dc:creator>
  <cp:keywords/>
  <dc:description/>
  <dc:identifier/>
  <dc:language/>
  <cp:lastModifiedBy>Дмитрий Спелов</cp:lastModifiedBy>
  <cp:revision>5</cp:revision>
  <dcterms:created xsi:type="dcterms:W3CDTF">2025-11-11T19:45:28Z</dcterms:created>
  <dcterms:modified xsi:type="dcterms:W3CDTF">2025-11-12T14:39:22Z</dcterms:modified>
  <cp:category/>
  <cp:contentStatus/>
  <cp:version/>
</cp:coreProperties>
</file>